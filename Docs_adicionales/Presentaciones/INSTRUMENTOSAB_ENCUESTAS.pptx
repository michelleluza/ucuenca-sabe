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0" r:id="rId5"/>
    <p:sldId id="259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69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1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0" autoAdjust="0"/>
    <p:restoredTop sz="86862" autoAdjust="0"/>
  </p:normalViewPr>
  <p:slideViewPr>
    <p:cSldViewPr snapToGrid="0">
      <p:cViewPr>
        <p:scale>
          <a:sx n="63" d="100"/>
          <a:sy n="63" d="100"/>
        </p:scale>
        <p:origin x="11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D5AA0-A50F-425E-983A-6C8893EB4F04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8E052-78EE-4FD3-9258-81518DB586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016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E6C8D-A19C-47D7-B497-621FDA8DB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A66FB-F52B-40DD-9716-842150C42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47DFF1-C227-45C3-BC53-0BC7AB4F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1C574-1F35-4694-858B-8B8D829F8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647E74-136E-4F9C-8F61-60747073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8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A37EE-3127-4C1D-90C1-C079D4C4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425F1A-B52E-4EBE-8806-900291976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5C367F-A98F-480C-A72D-CEC078B7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3074DE-2242-4CEB-A0D5-52050B9A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E0BE16-5A9B-4C4B-A4AD-5560600B3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65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E7FB3B-0792-481B-8327-ED77E38D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E3921B-39CD-416A-B2AB-EF732AF6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358A82-4D03-47FF-9256-A3D912C5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B0D6D1-D003-4C1A-8D4C-95D1BC7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B48BF-7E7E-43C2-8691-F78D7CF8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482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6656F-73D7-4051-9364-E3540EC2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AE462E-2E6E-4AF8-BEB9-716603870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C470E3-ED96-40C2-BA49-2B1DA4A03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A74B1D-CB71-4FA7-8609-4D7494A8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D7F786-9F23-4204-82A7-BF15A259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67AD6F-997E-49AC-9A84-56C97B0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55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78772-A1EF-4B47-9633-C7294CDD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0EE6B1-DA52-4448-808D-80A6CF56C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6C3C6E-9101-408A-ADC0-1A910D3EA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CF1C3D-69DA-4B83-AB77-0040043E2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88B9E5-798A-4614-AA57-4FCBDFD27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C1093D-76F8-4A87-9187-1D1726B5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A4BF88-7B55-4884-AC24-0A7490C1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6F5765-10A4-4460-A54D-316A62E3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887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B3BBC-0081-46C7-A98C-925564DA7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A618AA-A3A0-4BF9-8E52-E6A826C4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C4643C-051F-4565-8B1B-005C31C4B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68F5E2-8ED5-4D51-B38B-B9610CB3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3926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641451-4B61-4984-BE1E-3AF0A306A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78D73A-C3AB-4BB0-A53F-80874C36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C0CEB5-D7D6-4285-B565-7511ED94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57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B3027-9BB8-43B6-9314-48E99F47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D68214-75E8-49AF-A430-7B849C8C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0641E7-532B-4414-A994-FF3387724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15D201-7B33-4C5B-8C95-A22B92E8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DDC901-BFEA-4195-A294-44A6127D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A6AF25-794F-45B6-9DDA-23D780EF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49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765DD-9F13-48AB-B93F-1C218458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CDE36A4-4A67-4EA3-89DF-29FD0860E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1BEB18-1604-489D-BA9D-DA7AB3EB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295189-9E0C-449E-907A-E1860E2C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F8F0AE-B031-484D-AD39-0F5FC695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07FE3C-4F32-4C74-A7FE-02E518D1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842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4CB3B-666C-47B7-B3D9-F338FE97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FF3EAB-526D-4B4D-8ABB-5F30829ED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5B2D58-D1D3-400E-A59D-5667F624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ABCF2B-DF87-4F98-882D-5E7D9599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E4217-1EC9-47C1-BCF2-DE132ADA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66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DA6813-AB44-4B72-938F-B7868CD75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12749E-0874-4832-841B-1FD41966D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7656D6-BA42-453D-BB0C-F95CC0A0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EA8C5E-3BC2-4B0A-A561-B84307B7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45F71A-BC9E-49F2-98FB-5309C870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7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454A632-E973-4C0F-9396-3B1EE7850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7AA44B-E080-4ABD-B71F-A9FA066A3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E1786-F093-4C35-8079-3AFA0DD24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BC65B-E5E8-464B-84CD-481FB366C3D9}" type="datetimeFigureOut">
              <a:rPr lang="es-ES" smtClean="0"/>
              <a:t>21/08/2026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51D7CC-CE5C-4C21-A00F-2B5EDFE13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B472C8-5D6C-4D2E-9C0F-AA8CDF6B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B07B1-720C-45F7-A336-E9155F7809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236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6F705-F9B9-49E3-8091-6F767C083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CB8AC7-E14A-407E-8358-29E5F5B82E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DE3707-0139-4700-A89E-AF8DE9C20B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6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3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D49DE-C327-48F3-B1BB-F8303E25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D22272-DA98-47F8-85C0-71418102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4F0035-2802-4BCC-9863-AB145DC0D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89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6EE03-4897-45EF-9459-EDFD29945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C45B9E-B7CD-4141-BCD9-53611357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109B20-20BD-4BC1-8B9C-8847BF0636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76"/>
          <a:stretch/>
        </p:blipFill>
        <p:spPr>
          <a:xfrm>
            <a:off x="0" y="26582"/>
            <a:ext cx="12192000" cy="66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66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0034AD4-F9F7-4994-A46A-B2F52D83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75"/>
          <a:stretch/>
        </p:blipFill>
        <p:spPr>
          <a:xfrm>
            <a:off x="0" y="185415"/>
            <a:ext cx="12192000" cy="648716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1C4F6BC-5549-488D-A1BD-B19C85CA5728}"/>
              </a:ext>
            </a:extLst>
          </p:cNvPr>
          <p:cNvSpPr/>
          <p:nvPr/>
        </p:nvSpPr>
        <p:spPr>
          <a:xfrm>
            <a:off x="8910918" y="365125"/>
            <a:ext cx="2976282" cy="1325563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Regla</a:t>
            </a: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oro</a:t>
            </a: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Invertir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el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Orden de las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preguntas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contamina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la medici</a:t>
            </a:r>
            <a:r>
              <a:rPr lang="es-ES" dirty="0" err="1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ón</a:t>
            </a:r>
            <a:r>
              <a:rPr lang="es-ES" dirty="0">
                <a:solidFill>
                  <a:schemeClr val="tx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del posicionamiento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4198CE-8C1F-4A8B-AE79-7544316ABC59}"/>
              </a:ext>
            </a:extLst>
          </p:cNvPr>
          <p:cNvSpPr txBox="1"/>
          <p:nvPr/>
        </p:nvSpPr>
        <p:spPr>
          <a:xfrm>
            <a:off x="419622" y="3724508"/>
            <a:ext cx="1805994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rgbClr val="03193B"/>
                </a:solidFill>
                <a:latin typeface="Arial Narrow" panose="020B0606020202030204" pitchFamily="34" charset="0"/>
              </a:rPr>
              <a:t>Intervalo de 15 a 18 minutos diseñado para minimizar la tasa de abandono</a:t>
            </a:r>
          </a:p>
        </p:txBody>
      </p:sp>
    </p:spTree>
    <p:extLst>
      <p:ext uri="{BB962C8B-B14F-4D97-AF65-F5344CB8AC3E}">
        <p14:creationId xmlns:p14="http://schemas.microsoft.com/office/powerpoint/2010/main" val="356376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9C5434-C5CC-48A2-90DA-2B105EB88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01597"/>
            <a:ext cx="12192000" cy="696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3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9079D-5252-4E77-97C0-3DD058C2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3020F4-F76E-4452-BB61-27D71BB74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3CF279-34FF-4A8C-B03F-AC40DD25CE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53"/>
          <a:stretch/>
        </p:blipFill>
        <p:spPr>
          <a:xfrm>
            <a:off x="0" y="123649"/>
            <a:ext cx="12192000" cy="66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52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DA594-6BF5-461A-A1C8-A33F87AD3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9C5FB-69EC-43FB-947C-EF7F6CF22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5883A9-F9A4-4971-A78B-B0A65C8CB9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75"/>
          <a:stretch/>
        </p:blipFill>
        <p:spPr>
          <a:xfrm>
            <a:off x="0" y="26582"/>
            <a:ext cx="12192000" cy="646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3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E6143-645C-4B61-9435-9C4F8F2D41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5AED1-AA37-498F-94B6-1B55949E7B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DE898-C5C7-421C-8619-C4C88EDBC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0"/>
          <a:stretch/>
        </p:blipFill>
        <p:spPr>
          <a:xfrm>
            <a:off x="15766" y="26582"/>
            <a:ext cx="12192000" cy="654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320B21A4-F4EC-43FA-8859-65F5D1B51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AutoShape 4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43757C11-1B9C-4296-A016-81818682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8BA643-D2E8-4630-92F8-8F083BE4EB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16"/>
          <a:stretch/>
        </p:blipFill>
        <p:spPr>
          <a:xfrm>
            <a:off x="0" y="26581"/>
            <a:ext cx="12192000" cy="657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2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320B21A4-F4EC-43FA-8859-65F5D1B51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AutoShape 4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43757C11-1B9C-4296-A016-81818682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BFE05E-830D-4364-9254-1024FCECD8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80"/>
          <a:stretch/>
        </p:blipFill>
        <p:spPr>
          <a:xfrm>
            <a:off x="0" y="26582"/>
            <a:ext cx="12192000" cy="683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31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320B21A4-F4EC-43FA-8859-65F5D1B51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AutoShape 4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43757C11-1B9C-4296-A016-81818682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0240C8-FE48-43FE-9B47-196E71A92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16"/>
          <a:stretch/>
        </p:blipFill>
        <p:spPr>
          <a:xfrm>
            <a:off x="0" y="26581"/>
            <a:ext cx="12192000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01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320B21A4-F4EC-43FA-8859-65F5D1B51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AutoShape 4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43757C11-1B9C-4296-A016-81818682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D24B5C-C723-4E16-9BDE-1B24F2921A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837" b="2613"/>
          <a:stretch/>
        </p:blipFill>
        <p:spPr>
          <a:xfrm>
            <a:off x="-148857" y="1658678"/>
            <a:ext cx="12383485" cy="501856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3D7C38-3A72-413C-B52B-3A9C022B87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b="74453"/>
          <a:stretch/>
        </p:blipFill>
        <p:spPr>
          <a:xfrm>
            <a:off x="-152400" y="-63797"/>
            <a:ext cx="12383484" cy="17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084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320B21A4-F4EC-43FA-8859-65F5D1B514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3" name="AutoShape 4" descr="Matriz comparativa entre los instrumentos para los módulos de prioridades y conducta de contratación.">
            <a:extLst>
              <a:ext uri="{FF2B5EF4-FFF2-40B4-BE49-F238E27FC236}">
                <a16:creationId xmlns:a16="http://schemas.microsoft.com/office/drawing/2014/main" id="{43757C11-1B9C-4296-A016-81818682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2F3340-10ED-48DB-93C7-47F74B0972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65"/>
          <a:stretch/>
        </p:blipFill>
        <p:spPr>
          <a:xfrm>
            <a:off x="0" y="26582"/>
            <a:ext cx="12192000" cy="665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3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29</Words>
  <Application>Microsoft Office PowerPoint</Application>
  <PresentationFormat>Panorámica</PresentationFormat>
  <Paragraphs>2</Paragraphs>
  <Slides>13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Arial Narrow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Michelle Luzuriaga</dc:creator>
  <cp:lastModifiedBy>Michelle Luzuriaga</cp:lastModifiedBy>
  <cp:revision>10</cp:revision>
  <dcterms:created xsi:type="dcterms:W3CDTF">2026-08-21T19:35:00Z</dcterms:created>
  <dcterms:modified xsi:type="dcterms:W3CDTF">2026-08-21T21:14:00Z</dcterms:modified>
</cp:coreProperties>
</file>