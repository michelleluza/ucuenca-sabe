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40" autoAdjust="0"/>
    <p:restoredTop sz="94660"/>
  </p:normalViewPr>
  <p:slideViewPr>
    <p:cSldViewPr snapToGrid="0">
      <p:cViewPr varScale="1">
        <p:scale>
          <a:sx n="81" d="100"/>
          <a:sy n="81" d="100"/>
        </p:scale>
        <p:origin x="45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E7B007-54CC-4B76-A2F0-D1EFAE46D82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C2522A61-4764-4E02-8370-96EF98818F38}">
      <dgm:prSet phldrT="[Texto]"/>
      <dgm:spPr/>
      <dgm:t>
        <a:bodyPr/>
        <a:lstStyle/>
        <a:p>
          <a:r>
            <a:rPr lang="es-ES" b="1" dirty="0">
              <a:latin typeface="Times New Roman" panose="02020603050405020304" pitchFamily="18" charset="0"/>
              <a:cs typeface="Times New Roman" panose="02020603050405020304" pitchFamily="18" charset="0"/>
            </a:rPr>
            <a:t>Sección 1: Identificación de la Entidad y Persona de Contacto</a:t>
          </a:r>
          <a:endParaRPr lang="es-E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818911B-C5A1-42C9-AEBC-1B0D66D9949C}" type="parTrans" cxnId="{B4E0DB2E-878E-4042-A742-C93C43433E5A}">
      <dgm:prSet/>
      <dgm:spPr/>
      <dgm:t>
        <a:bodyPr/>
        <a:lstStyle/>
        <a:p>
          <a:endParaRPr lang="es-E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1E88BC7-2029-455E-9921-0CC195A50A99}" type="sibTrans" cxnId="{B4E0DB2E-878E-4042-A742-C93C43433E5A}">
      <dgm:prSet/>
      <dgm:spPr/>
      <dgm:t>
        <a:bodyPr/>
        <a:lstStyle/>
        <a:p>
          <a:endParaRPr lang="es-E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FA79AE5-970C-4384-BEC8-1CCD47A967CF}">
      <dgm:prSet phldrT="[Texto]"/>
      <dgm:spPr/>
      <dgm:t>
        <a:bodyPr/>
        <a:lstStyle/>
        <a:p>
          <a:r>
            <a:rPr lang="es-ES" b="1" dirty="0">
              <a:latin typeface="Times New Roman" panose="02020603050405020304" pitchFamily="18" charset="0"/>
              <a:cs typeface="Times New Roman" panose="02020603050405020304" pitchFamily="18" charset="0"/>
            </a:rPr>
            <a:t>Sección 2: Identificación de la Problemática de la Entidad</a:t>
          </a:r>
          <a:endParaRPr lang="es-E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5C3429B-EBDC-42F7-B318-C44485A8B8C8}" type="parTrans" cxnId="{D3A5EF30-2563-4781-8792-F7895E1D7748}">
      <dgm:prSet/>
      <dgm:spPr/>
      <dgm:t>
        <a:bodyPr/>
        <a:lstStyle/>
        <a:p>
          <a:endParaRPr lang="es-E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A18EED0-5622-458B-BA60-8D5CB30B70CC}" type="sibTrans" cxnId="{D3A5EF30-2563-4781-8792-F7895E1D7748}">
      <dgm:prSet/>
      <dgm:spPr/>
      <dgm:t>
        <a:bodyPr/>
        <a:lstStyle/>
        <a:p>
          <a:endParaRPr lang="es-E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09D9DB9-A019-4CC9-B625-BAA2A999AD3A}">
      <dgm:prSet phldrT="[Texto]"/>
      <dgm:spPr/>
      <dgm:t>
        <a:bodyPr/>
        <a:lstStyle/>
        <a:p>
          <a:r>
            <a:rPr lang="es-ES" b="1" dirty="0">
              <a:latin typeface="Times New Roman" panose="02020603050405020304" pitchFamily="18" charset="0"/>
              <a:cs typeface="Times New Roman" panose="02020603050405020304" pitchFamily="18" charset="0"/>
            </a:rPr>
            <a:t>Sección 3: Identificación de Proyectos de Mejora e Innovación</a:t>
          </a:r>
          <a:endParaRPr lang="es-E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0D06795-452C-4A4C-8B7A-17078D4BB52D}" type="parTrans" cxnId="{65190911-C581-4FAD-AC70-C1FC588C75A3}">
      <dgm:prSet/>
      <dgm:spPr/>
      <dgm:t>
        <a:bodyPr/>
        <a:lstStyle/>
        <a:p>
          <a:endParaRPr lang="es-E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2185623-8877-403C-9034-A5EC25759FD0}" type="sibTrans" cxnId="{65190911-C581-4FAD-AC70-C1FC588C75A3}">
      <dgm:prSet/>
      <dgm:spPr/>
      <dgm:t>
        <a:bodyPr/>
        <a:lstStyle/>
        <a:p>
          <a:endParaRPr lang="es-E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A2F117D-9C93-4262-BCFE-1B9DF0BA4421}">
      <dgm:prSet phldrT="[Texto]"/>
      <dgm:spPr/>
      <dgm:t>
        <a:bodyPr/>
        <a:lstStyle/>
        <a:p>
          <a:r>
            <a:rPr lang="es-ES">
              <a:latin typeface="Times New Roman" panose="02020603050405020304" pitchFamily="18" charset="0"/>
              <a:cs typeface="Times New Roman" panose="02020603050405020304" pitchFamily="18" charset="0"/>
            </a:rPr>
            <a:t>Su objetivo es </a:t>
          </a:r>
          <a:r>
            <a:rPr lang="es-ES" b="1">
              <a:latin typeface="Times New Roman" panose="02020603050405020304" pitchFamily="18" charset="0"/>
              <a:cs typeface="Times New Roman" panose="02020603050405020304" pitchFamily="18" charset="0"/>
            </a:rPr>
            <a:t>clasificar y perfilar a la organización</a:t>
          </a:r>
          <a:r>
            <a:rPr lang="es-ES">
              <a:latin typeface="Times New Roman" panose="02020603050405020304" pitchFamily="18" charset="0"/>
              <a:cs typeface="Times New Roman" panose="02020603050405020304" pitchFamily="18" charset="0"/>
            </a:rPr>
            <a:t> encuestada.</a:t>
          </a:r>
        </a:p>
      </dgm:t>
    </dgm:pt>
    <dgm:pt modelId="{CCB26608-F773-400E-9105-FE56324ACC39}" type="parTrans" cxnId="{A2F9D3F5-4C1B-4E5F-A994-066997BDA6DA}">
      <dgm:prSet/>
      <dgm:spPr/>
      <dgm:t>
        <a:bodyPr/>
        <a:lstStyle/>
        <a:p>
          <a:endParaRPr lang="es-E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9CECABD-56EE-48B5-8F9B-B3589EDF3369}" type="sibTrans" cxnId="{A2F9D3F5-4C1B-4E5F-A994-066997BDA6DA}">
      <dgm:prSet/>
      <dgm:spPr/>
      <dgm:t>
        <a:bodyPr/>
        <a:lstStyle/>
        <a:p>
          <a:endParaRPr lang="es-E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A035FC-6E02-4852-868D-73CEB897D6E4}">
      <dgm:prSet phldrT="[Texto]"/>
      <dgm:spPr/>
      <dgm:t>
        <a:bodyPr/>
        <a:lstStyle/>
        <a:p>
          <a:r>
            <a:rPr lang="es-ES" b="1" dirty="0">
              <a:latin typeface="Times New Roman" panose="02020603050405020304" pitchFamily="18" charset="0"/>
              <a:cs typeface="Times New Roman" panose="02020603050405020304" pitchFamily="18" charset="0"/>
            </a:rPr>
            <a:t>Sección 4: Posicionamiento de Servicios de Consultoría y Conocimiento de UCUENCA</a:t>
          </a:r>
          <a:endParaRPr lang="es-E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35330D6-2B45-4B0F-8409-9D565EC3AD49}" type="parTrans" cxnId="{55EBDF39-E317-47EA-AB15-A338823563CC}">
      <dgm:prSet/>
      <dgm:spPr/>
      <dgm:t>
        <a:bodyPr/>
        <a:lstStyle/>
        <a:p>
          <a:endParaRPr lang="es-E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A3E08DA-891D-4F73-92C8-715D7D7F4AAF}" type="sibTrans" cxnId="{55EBDF39-E317-47EA-AB15-A338823563CC}">
      <dgm:prSet/>
      <dgm:spPr/>
      <dgm:t>
        <a:bodyPr/>
        <a:lstStyle/>
        <a:p>
          <a:endParaRPr lang="es-E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5422805-A889-4F5B-9FC7-582F158C123C}">
      <dgm:prSet phldrT="[Texto]"/>
      <dgm:spPr/>
      <dgm:t>
        <a:bodyPr/>
        <a:lstStyle/>
        <a:p>
          <a:r>
            <a:rPr lang="es-ES">
              <a:latin typeface="Times New Roman" panose="02020603050405020304" pitchFamily="18" charset="0"/>
              <a:cs typeface="Times New Roman" panose="02020603050405020304" pitchFamily="18" charset="0"/>
            </a:rPr>
            <a:t>Busca entender los </a:t>
          </a:r>
          <a:r>
            <a:rPr lang="es-ES" b="1">
              <a:latin typeface="Times New Roman" panose="02020603050405020304" pitchFamily="18" charset="0"/>
              <a:cs typeface="Times New Roman" panose="02020603050405020304" pitchFamily="18" charset="0"/>
            </a:rPr>
            <a:t>desafíos internos</a:t>
          </a:r>
          <a:r>
            <a:rPr lang="es-ES">
              <a:latin typeface="Times New Roman" panose="02020603050405020304" pitchFamily="18" charset="0"/>
              <a:cs typeface="Times New Roman" panose="02020603050405020304" pitchFamily="18" charset="0"/>
            </a:rPr>
            <a:t> que enfrentan las organizaciones. Se pide priorizar los tres problemas principales y detallar si han buscado ayuda externa, </a:t>
          </a:r>
          <a:endParaRPr lang="es-E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1A830FA-ADD3-42AF-BBBA-6ECC80294381}" type="parTrans" cxnId="{3B8AF351-F12D-463E-AFA7-00DDFA28C879}">
      <dgm:prSet/>
      <dgm:spPr/>
      <dgm:t>
        <a:bodyPr/>
        <a:lstStyle/>
        <a:p>
          <a:endParaRPr lang="es-E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E841240-3AAA-449A-AC44-82DB7490196F}" type="sibTrans" cxnId="{3B8AF351-F12D-463E-AFA7-00DDFA28C879}">
      <dgm:prSet/>
      <dgm:spPr/>
      <dgm:t>
        <a:bodyPr/>
        <a:lstStyle/>
        <a:p>
          <a:endParaRPr lang="es-E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BB466-A1CB-4267-A6FC-869E9B9F2BB6}">
      <dgm:prSet phldrT="[Texto]"/>
      <dgm:spPr/>
      <dgm:t>
        <a:bodyPr/>
        <a:lstStyle/>
        <a:p>
          <a:r>
            <a:rPr lang="es-ES" b="1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  <a:r>
            <a:rPr lang="es-ES" dirty="0">
              <a:latin typeface="Times New Roman" panose="02020603050405020304" pitchFamily="18" charset="0"/>
              <a:cs typeface="Times New Roman" panose="02020603050405020304" pitchFamily="18" charset="0"/>
            </a:rPr>
            <a:t> Se enfoca en conocer las </a:t>
          </a:r>
          <a:r>
            <a:rPr lang="es-ES" b="1" dirty="0">
              <a:latin typeface="Times New Roman" panose="02020603050405020304" pitchFamily="18" charset="0"/>
              <a:cs typeface="Times New Roman" panose="02020603050405020304" pitchFamily="18" charset="0"/>
            </a:rPr>
            <a:t>iniciativas actuales y futuras</a:t>
          </a:r>
          <a:r>
            <a:rPr lang="es-ES" dirty="0">
              <a:latin typeface="Times New Roman" panose="02020603050405020304" pitchFamily="18" charset="0"/>
              <a:cs typeface="Times New Roman" panose="02020603050405020304" pitchFamily="18" charset="0"/>
            </a:rPr>
            <a:t> de la entidad en áreas como transformación digital, eficiencia operativa, sostenibilidad o I+D</a:t>
          </a:r>
        </a:p>
      </dgm:t>
    </dgm:pt>
    <dgm:pt modelId="{18038506-7695-44F0-AC16-B5C02A16A153}" type="parTrans" cxnId="{E696B2C1-8B8D-4297-B76A-5ECCFB17E1DF}">
      <dgm:prSet/>
      <dgm:spPr/>
      <dgm:t>
        <a:bodyPr/>
        <a:lstStyle/>
        <a:p>
          <a:endParaRPr lang="es-E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8362682-E24F-4A3F-AD4C-6E500156EFE7}" type="sibTrans" cxnId="{E696B2C1-8B8D-4297-B76A-5ECCFB17E1DF}">
      <dgm:prSet/>
      <dgm:spPr/>
      <dgm:t>
        <a:bodyPr/>
        <a:lstStyle/>
        <a:p>
          <a:endParaRPr lang="es-E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DC11925-2CAB-47CA-9563-3935EB02E2C3}">
      <dgm:prSet phldrT="[Texto]"/>
      <dgm:spPr/>
      <dgm:t>
        <a:bodyPr/>
        <a:lstStyle/>
        <a:p>
          <a:r>
            <a:rPr lang="es-ES" dirty="0">
              <a:latin typeface="Times New Roman" panose="02020603050405020304" pitchFamily="18" charset="0"/>
              <a:cs typeface="Times New Roman" panose="02020603050405020304" pitchFamily="18" charset="0"/>
            </a:rPr>
            <a:t>Es la más extensa y busca </a:t>
          </a:r>
          <a:r>
            <a:rPr lang="es-ES" b="1" dirty="0">
              <a:latin typeface="Times New Roman" panose="02020603050405020304" pitchFamily="18" charset="0"/>
              <a:cs typeface="Times New Roman" panose="02020603050405020304" pitchFamily="18" charset="0"/>
            </a:rPr>
            <a:t>evaluar la percepción de marca y la competitividad</a:t>
          </a:r>
          <a:endParaRPr lang="es-E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A9C6158-29C2-4177-90C6-338CD1780F27}" type="parTrans" cxnId="{5088196F-8928-4C98-BEB4-A94AF67AFF98}">
      <dgm:prSet/>
      <dgm:spPr/>
      <dgm:t>
        <a:bodyPr/>
        <a:lstStyle/>
        <a:p>
          <a:endParaRPr lang="es-E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912904D-FC77-4437-BD61-C5C4755268C4}" type="sibTrans" cxnId="{5088196F-8928-4C98-BEB4-A94AF67AFF98}">
      <dgm:prSet/>
      <dgm:spPr/>
      <dgm:t>
        <a:bodyPr/>
        <a:lstStyle/>
        <a:p>
          <a:endParaRPr lang="es-E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3961DC3-3DF6-4024-8AF4-7A828B1E58F4}">
      <dgm:prSet phldrT="[Texto]"/>
      <dgm:spPr/>
      <dgm:t>
        <a:bodyPr/>
        <a:lstStyle/>
        <a:p>
          <a:r>
            <a:rPr lang="es-ES" dirty="0">
              <a:latin typeface="Times New Roman" panose="02020603050405020304" pitchFamily="18" charset="0"/>
              <a:cs typeface="Times New Roman" panose="02020603050405020304" pitchFamily="18" charset="0"/>
            </a:rPr>
            <a:t>Determinar los </a:t>
          </a:r>
          <a:r>
            <a:rPr lang="es-ES" b="1" dirty="0">
              <a:latin typeface="Times New Roman" panose="02020603050405020304" pitchFamily="18" charset="0"/>
              <a:cs typeface="Times New Roman" panose="02020603050405020304" pitchFamily="18" charset="0"/>
            </a:rPr>
            <a:t>criterios de selección</a:t>
          </a:r>
          <a:r>
            <a:rPr lang="es-ES" dirty="0">
              <a:latin typeface="Times New Roman" panose="02020603050405020304" pitchFamily="18" charset="0"/>
              <a:cs typeface="Times New Roman" panose="02020603050405020304" pitchFamily="18" charset="0"/>
            </a:rPr>
            <a:t> de proveedores (precio, experiencia, agilidad, etc.) tanto para consultoría como para servicios de laboratorio.</a:t>
          </a:r>
        </a:p>
      </dgm:t>
    </dgm:pt>
    <dgm:pt modelId="{159C66CA-6E2D-4854-91DD-0436F1DAD54F}" type="parTrans" cxnId="{8EE00329-CE54-456C-8311-AFD7007AEEAB}">
      <dgm:prSet/>
      <dgm:spPr/>
      <dgm:t>
        <a:bodyPr/>
        <a:lstStyle/>
        <a:p>
          <a:endParaRPr lang="es-E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87B841B-6D76-4385-AD6A-A80DA6FE2E58}" type="sibTrans" cxnId="{8EE00329-CE54-456C-8311-AFD7007AEEAB}">
      <dgm:prSet/>
      <dgm:spPr/>
      <dgm:t>
        <a:bodyPr/>
        <a:lstStyle/>
        <a:p>
          <a:endParaRPr lang="es-E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C2E882E-E413-4A50-BCF2-40250F16851B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s-ES" dirty="0">
              <a:latin typeface="Times New Roman" panose="02020603050405020304" pitchFamily="18" charset="0"/>
              <a:cs typeface="Times New Roman" panose="02020603050405020304" pitchFamily="18" charset="0"/>
            </a:rPr>
            <a:t>Medir el nivel de </a:t>
          </a:r>
          <a:r>
            <a:rPr lang="es-ES" b="1" dirty="0">
              <a:latin typeface="Times New Roman" panose="02020603050405020304" pitchFamily="18" charset="0"/>
              <a:cs typeface="Times New Roman" panose="02020603050405020304" pitchFamily="18" charset="0"/>
            </a:rPr>
            <a:t>recordación y conocimiento espontáneo</a:t>
          </a:r>
          <a:r>
            <a:rPr lang="es-ES" dirty="0">
              <a:latin typeface="Times New Roman" panose="02020603050405020304" pitchFamily="18" charset="0"/>
              <a:cs typeface="Times New Roman" panose="02020603050405020304" pitchFamily="18" charset="0"/>
            </a:rPr>
            <a:t> de entidades consultoras.</a:t>
          </a:r>
        </a:p>
      </dgm:t>
    </dgm:pt>
    <dgm:pt modelId="{7055967A-97FB-45E5-814D-97721A19C61A}" type="parTrans" cxnId="{11F649B4-4E74-40B0-833C-47FBB1DECCED}">
      <dgm:prSet/>
      <dgm:spPr/>
      <dgm:t>
        <a:bodyPr/>
        <a:lstStyle/>
        <a:p>
          <a:endParaRPr lang="es-E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875C700-9CB0-4353-B55A-E5CBB98F1C5C}" type="sibTrans" cxnId="{11F649B4-4E74-40B0-833C-47FBB1DECCED}">
      <dgm:prSet/>
      <dgm:spPr/>
      <dgm:t>
        <a:bodyPr/>
        <a:lstStyle/>
        <a:p>
          <a:endParaRPr lang="es-E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2188F11-DB8B-45FC-99B1-CC1CD8CAB26D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s-ES" dirty="0">
              <a:latin typeface="Times New Roman" panose="02020603050405020304" pitchFamily="18" charset="0"/>
              <a:cs typeface="Times New Roman" panose="02020603050405020304" pitchFamily="18" charset="0"/>
            </a:rPr>
            <a:t>Evaluar específicamente el </a:t>
          </a:r>
          <a:r>
            <a:rPr lang="es-ES" b="1" dirty="0">
              <a:latin typeface="Times New Roman" panose="02020603050405020304" pitchFamily="18" charset="0"/>
              <a:cs typeface="Times New Roman" panose="02020603050405020304" pitchFamily="18" charset="0"/>
            </a:rPr>
            <a:t>reconocimiento de UCUENCA</a:t>
          </a:r>
          <a:r>
            <a:rPr lang="es-ES" dirty="0">
              <a:latin typeface="Times New Roman" panose="02020603050405020304" pitchFamily="18" charset="0"/>
              <a:cs typeface="Times New Roman" panose="02020603050405020304" pitchFamily="18" charset="0"/>
            </a:rPr>
            <a:t>, sus servicios conocidos, la experiencia previa de contratación y el nivel de satisfacción.</a:t>
          </a:r>
        </a:p>
      </dgm:t>
    </dgm:pt>
    <dgm:pt modelId="{BF255E3F-1086-41AC-9991-319346594463}" type="parTrans" cxnId="{A1F969D1-C686-4758-83CC-6987A3FCAF28}">
      <dgm:prSet/>
      <dgm:spPr/>
      <dgm:t>
        <a:bodyPr/>
        <a:lstStyle/>
        <a:p>
          <a:endParaRPr lang="es-E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1B17E58-C929-4408-930F-7CCE5D805E5B}" type="sibTrans" cxnId="{A1F969D1-C686-4758-83CC-6987A3FCAF28}">
      <dgm:prSet/>
      <dgm:spPr/>
      <dgm:t>
        <a:bodyPr/>
        <a:lstStyle/>
        <a:p>
          <a:endParaRPr lang="es-E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53B7E45-DCA1-4646-890E-0AB52DC5D0AF}">
      <dgm:prSet/>
      <dgm:spPr/>
      <dgm:t>
        <a:bodyPr/>
        <a:lstStyle/>
        <a:p>
          <a:pPr>
            <a:buSzPts val="1000"/>
            <a:buFont typeface="Courier New" panose="02070309020205020404" pitchFamily="49" charset="0"/>
            <a:buChar char="o"/>
          </a:pPr>
          <a:r>
            <a:rPr lang="es-ES" dirty="0">
              <a:latin typeface="Times New Roman" panose="02020603050405020304" pitchFamily="18" charset="0"/>
              <a:cs typeface="Times New Roman" panose="02020603050405020304" pitchFamily="18" charset="0"/>
            </a:rPr>
            <a:t>Identificar </a:t>
          </a:r>
          <a:r>
            <a:rPr lang="es-ES" b="1" dirty="0">
              <a:latin typeface="Times New Roman" panose="02020603050405020304" pitchFamily="18" charset="0"/>
              <a:cs typeface="Times New Roman" panose="02020603050405020304" pitchFamily="18" charset="0"/>
            </a:rPr>
            <a:t>barreras o dudas</a:t>
          </a:r>
          <a:r>
            <a:rPr lang="es-ES" dirty="0">
              <a:latin typeface="Times New Roman" panose="02020603050405020304" pitchFamily="18" charset="0"/>
              <a:cs typeface="Times New Roman" panose="02020603050405020304" pitchFamily="18" charset="0"/>
            </a:rPr>
            <a:t> (legales, administrativas o de percepción) que impiden o dificultan la contratación.</a:t>
          </a:r>
        </a:p>
      </dgm:t>
    </dgm:pt>
    <dgm:pt modelId="{31150D04-4F73-48C6-958E-95029C3E67EC}" type="parTrans" cxnId="{57EF6040-44C0-4240-A001-4CF46B7CA3FD}">
      <dgm:prSet/>
      <dgm:spPr/>
      <dgm:t>
        <a:bodyPr/>
        <a:lstStyle/>
        <a:p>
          <a:endParaRPr lang="es-E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104792B-D34B-4F76-AB99-5331011056A2}" type="sibTrans" cxnId="{57EF6040-44C0-4240-A001-4CF46B7CA3FD}">
      <dgm:prSet/>
      <dgm:spPr/>
      <dgm:t>
        <a:bodyPr/>
        <a:lstStyle/>
        <a:p>
          <a:endParaRPr lang="es-E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E6DD86C-B6CE-44B9-8499-CCC6900787AE}" type="pres">
      <dgm:prSet presAssocID="{C3E7B007-54CC-4B76-A2F0-D1EFAE46D827}" presName="linear" presStyleCnt="0">
        <dgm:presLayoutVars>
          <dgm:dir/>
          <dgm:animLvl val="lvl"/>
          <dgm:resizeHandles val="exact"/>
        </dgm:presLayoutVars>
      </dgm:prSet>
      <dgm:spPr/>
    </dgm:pt>
    <dgm:pt modelId="{E0F3C75F-87BC-4AB8-BA24-C585659EB744}" type="pres">
      <dgm:prSet presAssocID="{C2522A61-4764-4E02-8370-96EF98818F38}" presName="parentLin" presStyleCnt="0"/>
      <dgm:spPr/>
    </dgm:pt>
    <dgm:pt modelId="{DA865947-FFF8-483F-97E8-EC818C7D8CE4}" type="pres">
      <dgm:prSet presAssocID="{C2522A61-4764-4E02-8370-96EF98818F38}" presName="parentLeftMargin" presStyleLbl="node1" presStyleIdx="0" presStyleCnt="4"/>
      <dgm:spPr/>
    </dgm:pt>
    <dgm:pt modelId="{7E7E14A6-5233-41DC-AA9E-35ABCD8AD81E}" type="pres">
      <dgm:prSet presAssocID="{C2522A61-4764-4E02-8370-96EF98818F3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721F317-C606-4963-A8F1-E20665C2D8E7}" type="pres">
      <dgm:prSet presAssocID="{C2522A61-4764-4E02-8370-96EF98818F38}" presName="negativeSpace" presStyleCnt="0"/>
      <dgm:spPr/>
    </dgm:pt>
    <dgm:pt modelId="{E6291F55-F067-4F2F-9C50-974618FE5F5C}" type="pres">
      <dgm:prSet presAssocID="{C2522A61-4764-4E02-8370-96EF98818F38}" presName="childText" presStyleLbl="conFgAcc1" presStyleIdx="0" presStyleCnt="4">
        <dgm:presLayoutVars>
          <dgm:bulletEnabled val="1"/>
        </dgm:presLayoutVars>
      </dgm:prSet>
      <dgm:spPr/>
    </dgm:pt>
    <dgm:pt modelId="{7100AE00-3F1B-4448-83B0-407281AECDFA}" type="pres">
      <dgm:prSet presAssocID="{41E88BC7-2029-455E-9921-0CC195A50A99}" presName="spaceBetweenRectangles" presStyleCnt="0"/>
      <dgm:spPr/>
    </dgm:pt>
    <dgm:pt modelId="{BA246F5F-73E6-436E-8A6F-5F3BA43F898C}" type="pres">
      <dgm:prSet presAssocID="{6FA79AE5-970C-4384-BEC8-1CCD47A967CF}" presName="parentLin" presStyleCnt="0"/>
      <dgm:spPr/>
    </dgm:pt>
    <dgm:pt modelId="{54059270-63E1-4963-A307-6E24E65A3195}" type="pres">
      <dgm:prSet presAssocID="{6FA79AE5-970C-4384-BEC8-1CCD47A967CF}" presName="parentLeftMargin" presStyleLbl="node1" presStyleIdx="0" presStyleCnt="4"/>
      <dgm:spPr/>
    </dgm:pt>
    <dgm:pt modelId="{808D7F96-3DF4-428A-88A1-345E2F97CAC8}" type="pres">
      <dgm:prSet presAssocID="{6FA79AE5-970C-4384-BEC8-1CCD47A967C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3CA14AC-9A12-4DF3-91F8-D42D312D3CF1}" type="pres">
      <dgm:prSet presAssocID="{6FA79AE5-970C-4384-BEC8-1CCD47A967CF}" presName="negativeSpace" presStyleCnt="0"/>
      <dgm:spPr/>
    </dgm:pt>
    <dgm:pt modelId="{7A32C63E-9E7D-416E-BD83-60066B788C44}" type="pres">
      <dgm:prSet presAssocID="{6FA79AE5-970C-4384-BEC8-1CCD47A967CF}" presName="childText" presStyleLbl="conFgAcc1" presStyleIdx="1" presStyleCnt="4">
        <dgm:presLayoutVars>
          <dgm:bulletEnabled val="1"/>
        </dgm:presLayoutVars>
      </dgm:prSet>
      <dgm:spPr/>
    </dgm:pt>
    <dgm:pt modelId="{6AB447F8-21E5-4FE1-9555-E18081775812}" type="pres">
      <dgm:prSet presAssocID="{2A18EED0-5622-458B-BA60-8D5CB30B70CC}" presName="spaceBetweenRectangles" presStyleCnt="0"/>
      <dgm:spPr/>
    </dgm:pt>
    <dgm:pt modelId="{43FB6F05-3A4F-43E1-951F-7C7D33D302D4}" type="pres">
      <dgm:prSet presAssocID="{709D9DB9-A019-4CC9-B625-BAA2A999AD3A}" presName="parentLin" presStyleCnt="0"/>
      <dgm:spPr/>
    </dgm:pt>
    <dgm:pt modelId="{EBE456B8-3D94-423F-BAF1-250CA688C0D4}" type="pres">
      <dgm:prSet presAssocID="{709D9DB9-A019-4CC9-B625-BAA2A999AD3A}" presName="parentLeftMargin" presStyleLbl="node1" presStyleIdx="1" presStyleCnt="4"/>
      <dgm:spPr/>
    </dgm:pt>
    <dgm:pt modelId="{EEEFAAC8-67F3-4A10-BEC3-581DA310BEB3}" type="pres">
      <dgm:prSet presAssocID="{709D9DB9-A019-4CC9-B625-BAA2A999AD3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F409B04-DE15-480C-92A7-AFBD434E7912}" type="pres">
      <dgm:prSet presAssocID="{709D9DB9-A019-4CC9-B625-BAA2A999AD3A}" presName="negativeSpace" presStyleCnt="0"/>
      <dgm:spPr/>
    </dgm:pt>
    <dgm:pt modelId="{36F0AC4D-E860-45AE-8C1D-79111F0C252F}" type="pres">
      <dgm:prSet presAssocID="{709D9DB9-A019-4CC9-B625-BAA2A999AD3A}" presName="childText" presStyleLbl="conFgAcc1" presStyleIdx="2" presStyleCnt="4">
        <dgm:presLayoutVars>
          <dgm:bulletEnabled val="1"/>
        </dgm:presLayoutVars>
      </dgm:prSet>
      <dgm:spPr/>
    </dgm:pt>
    <dgm:pt modelId="{FC79E920-3014-4E64-B457-947702577988}" type="pres">
      <dgm:prSet presAssocID="{12185623-8877-403C-9034-A5EC25759FD0}" presName="spaceBetweenRectangles" presStyleCnt="0"/>
      <dgm:spPr/>
    </dgm:pt>
    <dgm:pt modelId="{AFE6FC0B-2AFE-4DB7-BFF6-E9897CEF23F1}" type="pres">
      <dgm:prSet presAssocID="{75A035FC-6E02-4852-868D-73CEB897D6E4}" presName="parentLin" presStyleCnt="0"/>
      <dgm:spPr/>
    </dgm:pt>
    <dgm:pt modelId="{C1E56933-A4B1-48C0-80E6-3F1B07639FB4}" type="pres">
      <dgm:prSet presAssocID="{75A035FC-6E02-4852-868D-73CEB897D6E4}" presName="parentLeftMargin" presStyleLbl="node1" presStyleIdx="2" presStyleCnt="4"/>
      <dgm:spPr/>
    </dgm:pt>
    <dgm:pt modelId="{856E609A-7059-441D-9141-1F17CBFF4718}" type="pres">
      <dgm:prSet presAssocID="{75A035FC-6E02-4852-868D-73CEB897D6E4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EEC79802-464A-4437-BD92-A466914AF058}" type="pres">
      <dgm:prSet presAssocID="{75A035FC-6E02-4852-868D-73CEB897D6E4}" presName="negativeSpace" presStyleCnt="0"/>
      <dgm:spPr/>
    </dgm:pt>
    <dgm:pt modelId="{30730697-6E52-4446-976E-D8EF84038ADE}" type="pres">
      <dgm:prSet presAssocID="{75A035FC-6E02-4852-868D-73CEB897D6E4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941DAA0F-53A8-407F-9FF5-B4C1824BDCC0}" type="presOf" srcId="{BA2F117D-9C93-4262-BCFE-1B9DF0BA4421}" destId="{E6291F55-F067-4F2F-9C50-974618FE5F5C}" srcOrd="0" destOrd="0" presId="urn:microsoft.com/office/officeart/2005/8/layout/list1"/>
    <dgm:cxn modelId="{65190911-C581-4FAD-AC70-C1FC588C75A3}" srcId="{C3E7B007-54CC-4B76-A2F0-D1EFAE46D827}" destId="{709D9DB9-A019-4CC9-B625-BAA2A999AD3A}" srcOrd="2" destOrd="0" parTransId="{00D06795-452C-4A4C-8B7A-17078D4BB52D}" sibTransId="{12185623-8877-403C-9034-A5EC25759FD0}"/>
    <dgm:cxn modelId="{BD0FF71D-5826-4854-9BE1-053B82BA9F5F}" type="presOf" srcId="{6FA79AE5-970C-4384-BEC8-1CCD47A967CF}" destId="{808D7F96-3DF4-428A-88A1-345E2F97CAC8}" srcOrd="1" destOrd="0" presId="urn:microsoft.com/office/officeart/2005/8/layout/list1"/>
    <dgm:cxn modelId="{1ABBAA1E-4D0A-4BF4-8C1D-2D5721643DAC}" type="presOf" srcId="{C2522A61-4764-4E02-8370-96EF98818F38}" destId="{DA865947-FFF8-483F-97E8-EC818C7D8CE4}" srcOrd="0" destOrd="0" presId="urn:microsoft.com/office/officeart/2005/8/layout/list1"/>
    <dgm:cxn modelId="{8EE00329-CE54-456C-8311-AFD7007AEEAB}" srcId="{6DC11925-2CAB-47CA-9563-3935EB02E2C3}" destId="{33961DC3-3DF6-4024-8AF4-7A828B1E58F4}" srcOrd="0" destOrd="0" parTransId="{159C66CA-6E2D-4854-91DD-0436F1DAD54F}" sibTransId="{987B841B-6D76-4385-AD6A-A80DA6FE2E58}"/>
    <dgm:cxn modelId="{B4E0DB2E-878E-4042-A742-C93C43433E5A}" srcId="{C3E7B007-54CC-4B76-A2F0-D1EFAE46D827}" destId="{C2522A61-4764-4E02-8370-96EF98818F38}" srcOrd="0" destOrd="0" parTransId="{0818911B-C5A1-42C9-AEBC-1B0D66D9949C}" sibTransId="{41E88BC7-2029-455E-9921-0CC195A50A99}"/>
    <dgm:cxn modelId="{D3138D2F-D855-4A7A-A71F-5AF38519CCE8}" type="presOf" srcId="{33961DC3-3DF6-4024-8AF4-7A828B1E58F4}" destId="{30730697-6E52-4446-976E-D8EF84038ADE}" srcOrd="0" destOrd="1" presId="urn:microsoft.com/office/officeart/2005/8/layout/list1"/>
    <dgm:cxn modelId="{D3A5EF30-2563-4781-8792-F7895E1D7748}" srcId="{C3E7B007-54CC-4B76-A2F0-D1EFAE46D827}" destId="{6FA79AE5-970C-4384-BEC8-1CCD47A967CF}" srcOrd="1" destOrd="0" parTransId="{55C3429B-EBDC-42F7-B318-C44485A8B8C8}" sibTransId="{2A18EED0-5622-458B-BA60-8D5CB30B70CC}"/>
    <dgm:cxn modelId="{55EBDF39-E317-47EA-AB15-A338823563CC}" srcId="{C3E7B007-54CC-4B76-A2F0-D1EFAE46D827}" destId="{75A035FC-6E02-4852-868D-73CEB897D6E4}" srcOrd="3" destOrd="0" parTransId="{335330D6-2B45-4B0F-8409-9D565EC3AD49}" sibTransId="{7A3E08DA-891D-4F73-92C8-715D7D7F4AAF}"/>
    <dgm:cxn modelId="{E6D1293A-8D85-4CEE-82EE-6282B5C504C7}" type="presOf" srcId="{22188F11-DB8B-45FC-99B1-CC1CD8CAB26D}" destId="{30730697-6E52-4446-976E-D8EF84038ADE}" srcOrd="0" destOrd="3" presId="urn:microsoft.com/office/officeart/2005/8/layout/list1"/>
    <dgm:cxn modelId="{57EF6040-44C0-4240-A001-4CF46B7CA3FD}" srcId="{6DC11925-2CAB-47CA-9563-3935EB02E2C3}" destId="{353B7E45-DCA1-4646-890E-0AB52DC5D0AF}" srcOrd="3" destOrd="0" parTransId="{31150D04-4F73-48C6-958E-95029C3E67EC}" sibTransId="{E104792B-D34B-4F76-AB99-5331011056A2}"/>
    <dgm:cxn modelId="{59ED6660-4DC3-416C-86B7-73F1C173BAE5}" type="presOf" srcId="{75A035FC-6E02-4852-868D-73CEB897D6E4}" destId="{856E609A-7059-441D-9141-1F17CBFF4718}" srcOrd="1" destOrd="0" presId="urn:microsoft.com/office/officeart/2005/8/layout/list1"/>
    <dgm:cxn modelId="{2EA5F046-F7E9-46EB-ABA1-37E589279FFB}" type="presOf" srcId="{C3E7B007-54CC-4B76-A2F0-D1EFAE46D827}" destId="{3E6DD86C-B6CE-44B9-8499-CCC6900787AE}" srcOrd="0" destOrd="0" presId="urn:microsoft.com/office/officeart/2005/8/layout/list1"/>
    <dgm:cxn modelId="{19CB5769-0121-4EF0-978E-5E2B5D8F0CF5}" type="presOf" srcId="{709D9DB9-A019-4CC9-B625-BAA2A999AD3A}" destId="{EBE456B8-3D94-423F-BAF1-250CA688C0D4}" srcOrd="0" destOrd="0" presId="urn:microsoft.com/office/officeart/2005/8/layout/list1"/>
    <dgm:cxn modelId="{A6C5BD4C-80D0-45BB-BF1D-591ED6C91A7C}" type="presOf" srcId="{DC2E882E-E413-4A50-BCF2-40250F16851B}" destId="{30730697-6E52-4446-976E-D8EF84038ADE}" srcOrd="0" destOrd="2" presId="urn:microsoft.com/office/officeart/2005/8/layout/list1"/>
    <dgm:cxn modelId="{5088196F-8928-4C98-BEB4-A94AF67AFF98}" srcId="{75A035FC-6E02-4852-868D-73CEB897D6E4}" destId="{6DC11925-2CAB-47CA-9563-3935EB02E2C3}" srcOrd="0" destOrd="0" parTransId="{4A9C6158-29C2-4177-90C6-338CD1780F27}" sibTransId="{2912904D-FC77-4437-BD61-C5C4755268C4}"/>
    <dgm:cxn modelId="{3B8AF351-F12D-463E-AFA7-00DDFA28C879}" srcId="{6FA79AE5-970C-4384-BEC8-1CCD47A967CF}" destId="{25422805-A889-4F5B-9FC7-582F158C123C}" srcOrd="0" destOrd="0" parTransId="{C1A830FA-ADD3-42AF-BBBA-6ECC80294381}" sibTransId="{DE841240-3AAA-449A-AC44-82DB7490196F}"/>
    <dgm:cxn modelId="{A1095458-ACD1-4240-BE92-42080B0858A7}" type="presOf" srcId="{353B7E45-DCA1-4646-890E-0AB52DC5D0AF}" destId="{30730697-6E52-4446-976E-D8EF84038ADE}" srcOrd="0" destOrd="4" presId="urn:microsoft.com/office/officeart/2005/8/layout/list1"/>
    <dgm:cxn modelId="{74142E85-6175-4A11-96B5-4A0B27D4D2AB}" type="presOf" srcId="{25422805-A889-4F5B-9FC7-582F158C123C}" destId="{7A32C63E-9E7D-416E-BD83-60066B788C44}" srcOrd="0" destOrd="0" presId="urn:microsoft.com/office/officeart/2005/8/layout/list1"/>
    <dgm:cxn modelId="{CA585589-DAB0-4DDA-8F82-7D95D334A599}" type="presOf" srcId="{709D9DB9-A019-4CC9-B625-BAA2A999AD3A}" destId="{EEEFAAC8-67F3-4A10-BEC3-581DA310BEB3}" srcOrd="1" destOrd="0" presId="urn:microsoft.com/office/officeart/2005/8/layout/list1"/>
    <dgm:cxn modelId="{DEA901B3-132D-4D4F-A3B4-E20E93ED39EA}" type="presOf" srcId="{C2522A61-4764-4E02-8370-96EF98818F38}" destId="{7E7E14A6-5233-41DC-AA9E-35ABCD8AD81E}" srcOrd="1" destOrd="0" presId="urn:microsoft.com/office/officeart/2005/8/layout/list1"/>
    <dgm:cxn modelId="{11F649B4-4E74-40B0-833C-47FBB1DECCED}" srcId="{6DC11925-2CAB-47CA-9563-3935EB02E2C3}" destId="{DC2E882E-E413-4A50-BCF2-40250F16851B}" srcOrd="1" destOrd="0" parTransId="{7055967A-97FB-45E5-814D-97721A19C61A}" sibTransId="{A875C700-9CB0-4353-B55A-E5CBB98F1C5C}"/>
    <dgm:cxn modelId="{E696B2C1-8B8D-4297-B76A-5ECCFB17E1DF}" srcId="{709D9DB9-A019-4CC9-B625-BAA2A999AD3A}" destId="{75DBB466-A1CB-4267-A6FC-869E9B9F2BB6}" srcOrd="0" destOrd="0" parTransId="{18038506-7695-44F0-AC16-B5C02A16A153}" sibTransId="{38362682-E24F-4A3F-AD4C-6E500156EFE7}"/>
    <dgm:cxn modelId="{A1F969D1-C686-4758-83CC-6987A3FCAF28}" srcId="{6DC11925-2CAB-47CA-9563-3935EB02E2C3}" destId="{22188F11-DB8B-45FC-99B1-CC1CD8CAB26D}" srcOrd="2" destOrd="0" parTransId="{BF255E3F-1086-41AC-9991-319346594463}" sibTransId="{81B17E58-C929-4408-930F-7CCE5D805E5B}"/>
    <dgm:cxn modelId="{5DCEADEF-A230-460B-9735-EBB4BD5DCE85}" type="presOf" srcId="{75DBB466-A1CB-4267-A6FC-869E9B9F2BB6}" destId="{36F0AC4D-E860-45AE-8C1D-79111F0C252F}" srcOrd="0" destOrd="0" presId="urn:microsoft.com/office/officeart/2005/8/layout/list1"/>
    <dgm:cxn modelId="{5E8569F2-95D8-47A8-8548-238284E1339D}" type="presOf" srcId="{6FA79AE5-970C-4384-BEC8-1CCD47A967CF}" destId="{54059270-63E1-4963-A307-6E24E65A3195}" srcOrd="0" destOrd="0" presId="urn:microsoft.com/office/officeart/2005/8/layout/list1"/>
    <dgm:cxn modelId="{09FD7AF5-5B48-422A-AE58-C91BCD695EFD}" type="presOf" srcId="{6DC11925-2CAB-47CA-9563-3935EB02E2C3}" destId="{30730697-6E52-4446-976E-D8EF84038ADE}" srcOrd="0" destOrd="0" presId="urn:microsoft.com/office/officeart/2005/8/layout/list1"/>
    <dgm:cxn modelId="{A2F9D3F5-4C1B-4E5F-A994-066997BDA6DA}" srcId="{C2522A61-4764-4E02-8370-96EF98818F38}" destId="{BA2F117D-9C93-4262-BCFE-1B9DF0BA4421}" srcOrd="0" destOrd="0" parTransId="{CCB26608-F773-400E-9105-FE56324ACC39}" sibTransId="{39CECABD-56EE-48B5-8F9B-B3589EDF3369}"/>
    <dgm:cxn modelId="{A08695FC-AE9D-4FFD-9849-1B61A86CCBEC}" type="presOf" srcId="{75A035FC-6E02-4852-868D-73CEB897D6E4}" destId="{C1E56933-A4B1-48C0-80E6-3F1B07639FB4}" srcOrd="0" destOrd="0" presId="urn:microsoft.com/office/officeart/2005/8/layout/list1"/>
    <dgm:cxn modelId="{E2CB161A-4F6A-46EF-92DB-BF2B5E34DBA9}" type="presParOf" srcId="{3E6DD86C-B6CE-44B9-8499-CCC6900787AE}" destId="{E0F3C75F-87BC-4AB8-BA24-C585659EB744}" srcOrd="0" destOrd="0" presId="urn:microsoft.com/office/officeart/2005/8/layout/list1"/>
    <dgm:cxn modelId="{DC8F0D09-65F0-45BA-9312-AFB99A842FDE}" type="presParOf" srcId="{E0F3C75F-87BC-4AB8-BA24-C585659EB744}" destId="{DA865947-FFF8-483F-97E8-EC818C7D8CE4}" srcOrd="0" destOrd="0" presId="urn:microsoft.com/office/officeart/2005/8/layout/list1"/>
    <dgm:cxn modelId="{47F6BB62-3D6D-4BB4-89B0-A21711179558}" type="presParOf" srcId="{E0F3C75F-87BC-4AB8-BA24-C585659EB744}" destId="{7E7E14A6-5233-41DC-AA9E-35ABCD8AD81E}" srcOrd="1" destOrd="0" presId="urn:microsoft.com/office/officeart/2005/8/layout/list1"/>
    <dgm:cxn modelId="{B6AF6B27-9737-4A70-8C5E-22C7E3C79002}" type="presParOf" srcId="{3E6DD86C-B6CE-44B9-8499-CCC6900787AE}" destId="{D721F317-C606-4963-A8F1-E20665C2D8E7}" srcOrd="1" destOrd="0" presId="urn:microsoft.com/office/officeart/2005/8/layout/list1"/>
    <dgm:cxn modelId="{95D353CB-4917-422D-BA0C-BF1C136DE928}" type="presParOf" srcId="{3E6DD86C-B6CE-44B9-8499-CCC6900787AE}" destId="{E6291F55-F067-4F2F-9C50-974618FE5F5C}" srcOrd="2" destOrd="0" presId="urn:microsoft.com/office/officeart/2005/8/layout/list1"/>
    <dgm:cxn modelId="{A91E9DD7-19C5-4344-AA31-122DE52F195E}" type="presParOf" srcId="{3E6DD86C-B6CE-44B9-8499-CCC6900787AE}" destId="{7100AE00-3F1B-4448-83B0-407281AECDFA}" srcOrd="3" destOrd="0" presId="urn:microsoft.com/office/officeart/2005/8/layout/list1"/>
    <dgm:cxn modelId="{60EAD354-77CE-469C-8C71-96775635EFC7}" type="presParOf" srcId="{3E6DD86C-B6CE-44B9-8499-CCC6900787AE}" destId="{BA246F5F-73E6-436E-8A6F-5F3BA43F898C}" srcOrd="4" destOrd="0" presId="urn:microsoft.com/office/officeart/2005/8/layout/list1"/>
    <dgm:cxn modelId="{8793E84C-04A1-4F01-82E0-06DFDBAE2EF8}" type="presParOf" srcId="{BA246F5F-73E6-436E-8A6F-5F3BA43F898C}" destId="{54059270-63E1-4963-A307-6E24E65A3195}" srcOrd="0" destOrd="0" presId="urn:microsoft.com/office/officeart/2005/8/layout/list1"/>
    <dgm:cxn modelId="{2E214236-FC11-4270-BFB5-391956A39042}" type="presParOf" srcId="{BA246F5F-73E6-436E-8A6F-5F3BA43F898C}" destId="{808D7F96-3DF4-428A-88A1-345E2F97CAC8}" srcOrd="1" destOrd="0" presId="urn:microsoft.com/office/officeart/2005/8/layout/list1"/>
    <dgm:cxn modelId="{B183B9C8-BE82-4B74-A06B-750A6C2A7670}" type="presParOf" srcId="{3E6DD86C-B6CE-44B9-8499-CCC6900787AE}" destId="{43CA14AC-9A12-4DF3-91F8-D42D312D3CF1}" srcOrd="5" destOrd="0" presId="urn:microsoft.com/office/officeart/2005/8/layout/list1"/>
    <dgm:cxn modelId="{E7042D83-48DF-45EC-8338-88BE7B334CB0}" type="presParOf" srcId="{3E6DD86C-B6CE-44B9-8499-CCC6900787AE}" destId="{7A32C63E-9E7D-416E-BD83-60066B788C44}" srcOrd="6" destOrd="0" presId="urn:microsoft.com/office/officeart/2005/8/layout/list1"/>
    <dgm:cxn modelId="{BDE5660C-2AEF-4D39-8B28-FE3A4DB5ABF7}" type="presParOf" srcId="{3E6DD86C-B6CE-44B9-8499-CCC6900787AE}" destId="{6AB447F8-21E5-4FE1-9555-E18081775812}" srcOrd="7" destOrd="0" presId="urn:microsoft.com/office/officeart/2005/8/layout/list1"/>
    <dgm:cxn modelId="{81F58034-1366-4B6F-A3B6-99E842087D29}" type="presParOf" srcId="{3E6DD86C-B6CE-44B9-8499-CCC6900787AE}" destId="{43FB6F05-3A4F-43E1-951F-7C7D33D302D4}" srcOrd="8" destOrd="0" presId="urn:microsoft.com/office/officeart/2005/8/layout/list1"/>
    <dgm:cxn modelId="{906BFDF3-D6B2-4F12-8433-6C1BE5CC5EA9}" type="presParOf" srcId="{43FB6F05-3A4F-43E1-951F-7C7D33D302D4}" destId="{EBE456B8-3D94-423F-BAF1-250CA688C0D4}" srcOrd="0" destOrd="0" presId="urn:microsoft.com/office/officeart/2005/8/layout/list1"/>
    <dgm:cxn modelId="{6DD95B76-BCA4-4E60-B461-A31AC90105BD}" type="presParOf" srcId="{43FB6F05-3A4F-43E1-951F-7C7D33D302D4}" destId="{EEEFAAC8-67F3-4A10-BEC3-581DA310BEB3}" srcOrd="1" destOrd="0" presId="urn:microsoft.com/office/officeart/2005/8/layout/list1"/>
    <dgm:cxn modelId="{EFDEFCB6-92C8-43AE-9D35-4C0FDAB3EA09}" type="presParOf" srcId="{3E6DD86C-B6CE-44B9-8499-CCC6900787AE}" destId="{3F409B04-DE15-480C-92A7-AFBD434E7912}" srcOrd="9" destOrd="0" presId="urn:microsoft.com/office/officeart/2005/8/layout/list1"/>
    <dgm:cxn modelId="{99EA96A3-48E5-4746-817D-EE9A98147F4D}" type="presParOf" srcId="{3E6DD86C-B6CE-44B9-8499-CCC6900787AE}" destId="{36F0AC4D-E860-45AE-8C1D-79111F0C252F}" srcOrd="10" destOrd="0" presId="urn:microsoft.com/office/officeart/2005/8/layout/list1"/>
    <dgm:cxn modelId="{892AC29C-4CCF-4EBD-BABF-716C9D252A1D}" type="presParOf" srcId="{3E6DD86C-B6CE-44B9-8499-CCC6900787AE}" destId="{FC79E920-3014-4E64-B457-947702577988}" srcOrd="11" destOrd="0" presId="urn:microsoft.com/office/officeart/2005/8/layout/list1"/>
    <dgm:cxn modelId="{661AB2A6-B723-471C-BC35-57EFC62544CF}" type="presParOf" srcId="{3E6DD86C-B6CE-44B9-8499-CCC6900787AE}" destId="{AFE6FC0B-2AFE-4DB7-BFF6-E9897CEF23F1}" srcOrd="12" destOrd="0" presId="urn:microsoft.com/office/officeart/2005/8/layout/list1"/>
    <dgm:cxn modelId="{099D86F0-CF5D-4025-8EC5-423746F92849}" type="presParOf" srcId="{AFE6FC0B-2AFE-4DB7-BFF6-E9897CEF23F1}" destId="{C1E56933-A4B1-48C0-80E6-3F1B07639FB4}" srcOrd="0" destOrd="0" presId="urn:microsoft.com/office/officeart/2005/8/layout/list1"/>
    <dgm:cxn modelId="{D5A61CCE-3653-4ED8-8474-96B2FF47F97E}" type="presParOf" srcId="{AFE6FC0B-2AFE-4DB7-BFF6-E9897CEF23F1}" destId="{856E609A-7059-441D-9141-1F17CBFF4718}" srcOrd="1" destOrd="0" presId="urn:microsoft.com/office/officeart/2005/8/layout/list1"/>
    <dgm:cxn modelId="{928C9070-75AD-456B-AF3B-E1FCFEDAF108}" type="presParOf" srcId="{3E6DD86C-B6CE-44B9-8499-CCC6900787AE}" destId="{EEC79802-464A-4437-BD92-A466914AF058}" srcOrd="13" destOrd="0" presId="urn:microsoft.com/office/officeart/2005/8/layout/list1"/>
    <dgm:cxn modelId="{E004828E-64FB-43EF-8FB2-2D2EAEA97E8F}" type="presParOf" srcId="{3E6DD86C-B6CE-44B9-8499-CCC6900787AE}" destId="{30730697-6E52-4446-976E-D8EF84038ADE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291F55-F067-4F2F-9C50-974618FE5F5C}">
      <dsp:nvSpPr>
        <dsp:cNvPr id="0" name=""/>
        <dsp:cNvSpPr/>
      </dsp:nvSpPr>
      <dsp:spPr>
        <a:xfrm>
          <a:off x="0" y="410010"/>
          <a:ext cx="11146222" cy="6260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5071" tIns="312420" rIns="865071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>
              <a:latin typeface="Times New Roman" panose="02020603050405020304" pitchFamily="18" charset="0"/>
              <a:cs typeface="Times New Roman" panose="02020603050405020304" pitchFamily="18" charset="0"/>
            </a:rPr>
            <a:t>Su objetivo es </a:t>
          </a:r>
          <a:r>
            <a:rPr lang="es-ES" sz="15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clasificar y perfilar a la organización</a:t>
          </a:r>
          <a:r>
            <a:rPr lang="es-ES" sz="1500" kern="1200">
              <a:latin typeface="Times New Roman" panose="02020603050405020304" pitchFamily="18" charset="0"/>
              <a:cs typeface="Times New Roman" panose="02020603050405020304" pitchFamily="18" charset="0"/>
            </a:rPr>
            <a:t> encuestada.</a:t>
          </a:r>
        </a:p>
      </dsp:txBody>
      <dsp:txXfrm>
        <a:off x="0" y="410010"/>
        <a:ext cx="11146222" cy="626062"/>
      </dsp:txXfrm>
    </dsp:sp>
    <dsp:sp modelId="{7E7E14A6-5233-41DC-AA9E-35ABCD8AD81E}">
      <dsp:nvSpPr>
        <dsp:cNvPr id="0" name=""/>
        <dsp:cNvSpPr/>
      </dsp:nvSpPr>
      <dsp:spPr>
        <a:xfrm>
          <a:off x="557311" y="188610"/>
          <a:ext cx="7802355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4910" tIns="0" rIns="29491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Sección 1: Identificación de la Entidad y Persona de Contacto</a:t>
          </a:r>
          <a:endParaRPr lang="es-E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8927" y="210226"/>
        <a:ext cx="7759123" cy="399568"/>
      </dsp:txXfrm>
    </dsp:sp>
    <dsp:sp modelId="{7A32C63E-9E7D-416E-BD83-60066B788C44}">
      <dsp:nvSpPr>
        <dsp:cNvPr id="0" name=""/>
        <dsp:cNvSpPr/>
      </dsp:nvSpPr>
      <dsp:spPr>
        <a:xfrm>
          <a:off x="0" y="1338472"/>
          <a:ext cx="11146222" cy="826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5071" tIns="312420" rIns="865071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>
              <a:latin typeface="Times New Roman" panose="02020603050405020304" pitchFamily="18" charset="0"/>
              <a:cs typeface="Times New Roman" panose="02020603050405020304" pitchFamily="18" charset="0"/>
            </a:rPr>
            <a:t>Busca entender los </a:t>
          </a:r>
          <a:r>
            <a:rPr lang="es-ES" sz="15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desafíos internos</a:t>
          </a:r>
          <a:r>
            <a:rPr lang="es-ES" sz="1500" kern="1200">
              <a:latin typeface="Times New Roman" panose="02020603050405020304" pitchFamily="18" charset="0"/>
              <a:cs typeface="Times New Roman" panose="02020603050405020304" pitchFamily="18" charset="0"/>
            </a:rPr>
            <a:t> que enfrentan las organizaciones. Se pide priorizar los tres problemas principales y detallar si han buscado ayuda externa, </a:t>
          </a:r>
          <a:endParaRPr lang="es-E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338472"/>
        <a:ext cx="11146222" cy="826875"/>
      </dsp:txXfrm>
    </dsp:sp>
    <dsp:sp modelId="{808D7F96-3DF4-428A-88A1-345E2F97CAC8}">
      <dsp:nvSpPr>
        <dsp:cNvPr id="0" name=""/>
        <dsp:cNvSpPr/>
      </dsp:nvSpPr>
      <dsp:spPr>
        <a:xfrm>
          <a:off x="557311" y="1117072"/>
          <a:ext cx="7802355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4910" tIns="0" rIns="29491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Sección 2: Identificación de la Problemática de la Entidad</a:t>
          </a:r>
          <a:endParaRPr lang="es-E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8927" y="1138688"/>
        <a:ext cx="7759123" cy="399568"/>
      </dsp:txXfrm>
    </dsp:sp>
    <dsp:sp modelId="{36F0AC4D-E860-45AE-8C1D-79111F0C252F}">
      <dsp:nvSpPr>
        <dsp:cNvPr id="0" name=""/>
        <dsp:cNvSpPr/>
      </dsp:nvSpPr>
      <dsp:spPr>
        <a:xfrm>
          <a:off x="0" y="2467747"/>
          <a:ext cx="11146222" cy="826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5071" tIns="312420" rIns="865071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  <a:r>
            <a:rPr lang="es-E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Se enfoca en conocer las </a:t>
          </a:r>
          <a:r>
            <a:rPr lang="es-ES" sz="15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iniciativas actuales y futuras</a:t>
          </a:r>
          <a:r>
            <a:rPr lang="es-E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de la entidad en áreas como transformación digital, eficiencia operativa, sostenibilidad o I+D</a:t>
          </a:r>
        </a:p>
      </dsp:txBody>
      <dsp:txXfrm>
        <a:off x="0" y="2467747"/>
        <a:ext cx="11146222" cy="826875"/>
      </dsp:txXfrm>
    </dsp:sp>
    <dsp:sp modelId="{EEEFAAC8-67F3-4A10-BEC3-581DA310BEB3}">
      <dsp:nvSpPr>
        <dsp:cNvPr id="0" name=""/>
        <dsp:cNvSpPr/>
      </dsp:nvSpPr>
      <dsp:spPr>
        <a:xfrm>
          <a:off x="557311" y="2246347"/>
          <a:ext cx="7802355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4910" tIns="0" rIns="29491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Sección 3: Identificación de Proyectos de Mejora e Innovación</a:t>
          </a:r>
          <a:endParaRPr lang="es-E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8927" y="2267963"/>
        <a:ext cx="7759123" cy="399568"/>
      </dsp:txXfrm>
    </dsp:sp>
    <dsp:sp modelId="{30730697-6E52-4446-976E-D8EF84038ADE}">
      <dsp:nvSpPr>
        <dsp:cNvPr id="0" name=""/>
        <dsp:cNvSpPr/>
      </dsp:nvSpPr>
      <dsp:spPr>
        <a:xfrm>
          <a:off x="0" y="3597022"/>
          <a:ext cx="11146222" cy="1937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5071" tIns="312420" rIns="865071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Es la más extensa y busca </a:t>
          </a:r>
          <a:r>
            <a:rPr lang="es-ES" sz="15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evaluar la percepción de marca y la competitividad</a:t>
          </a:r>
          <a:endParaRPr lang="es-E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Determinar los </a:t>
          </a:r>
          <a:r>
            <a:rPr lang="es-ES" sz="15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criterios de selección</a:t>
          </a:r>
          <a:r>
            <a:rPr lang="es-E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de proveedores (precio, experiencia, agilidad, etc.) tanto para consultoría como para servicios de laboratorio.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s-E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Medir el nivel de </a:t>
          </a:r>
          <a:r>
            <a:rPr lang="es-ES" sz="15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recordación y conocimiento espontáneo</a:t>
          </a:r>
          <a:r>
            <a:rPr lang="es-E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de entidades consultoras.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s-E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Evaluar específicamente el </a:t>
          </a:r>
          <a:r>
            <a:rPr lang="es-ES" sz="15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reconocimiento de UCUENCA</a:t>
          </a:r>
          <a:r>
            <a:rPr lang="es-E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, sus servicios conocidos, la experiencia previa de contratación y el nivel de satisfacción.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Char char="o"/>
          </a:pPr>
          <a:r>
            <a:rPr lang="es-E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Identificar </a:t>
          </a:r>
          <a:r>
            <a:rPr lang="es-ES" sz="15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barreras o dudas</a:t>
          </a:r>
          <a:r>
            <a:rPr lang="es-ES" sz="15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(legales, administrativas o de percepción) que impiden o dificultan la contratación.</a:t>
          </a:r>
        </a:p>
      </dsp:txBody>
      <dsp:txXfrm>
        <a:off x="0" y="3597022"/>
        <a:ext cx="11146222" cy="1937250"/>
      </dsp:txXfrm>
    </dsp:sp>
    <dsp:sp modelId="{856E609A-7059-441D-9141-1F17CBFF4718}">
      <dsp:nvSpPr>
        <dsp:cNvPr id="0" name=""/>
        <dsp:cNvSpPr/>
      </dsp:nvSpPr>
      <dsp:spPr>
        <a:xfrm>
          <a:off x="557311" y="3375622"/>
          <a:ext cx="7802355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4910" tIns="0" rIns="29491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Sección 4: Posicionamiento de Servicios de Consultoría y Conocimiento de UCUENCA</a:t>
          </a:r>
          <a:endParaRPr lang="es-ES" sz="1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8927" y="3397238"/>
        <a:ext cx="7759123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6278AE-1D08-4A23-98B4-51315D1CFB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282E0E4-9EF6-438C-A57A-5DDE8345C7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01A734-75F5-4DB4-86E5-5950F6A09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10A57-2E83-4AE0-8E18-CAA32056E853}" type="datetimeFigureOut">
              <a:rPr lang="es-ES" smtClean="0"/>
              <a:t>06/08/2026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D4321F-1A59-4647-97D1-7AB9B9382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8B1654-33DD-477C-959F-DDDA81C1F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27B8-9942-4667-9758-04969B8DE7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2772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4B0B17-6F1F-45D3-BE8D-E38C41A8A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5D8A58-B2A7-451B-811D-2CCE83248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3C7A5C-A47F-4DF9-8E09-FAF97C3A2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10A57-2E83-4AE0-8E18-CAA32056E853}" type="datetimeFigureOut">
              <a:rPr lang="es-ES" smtClean="0"/>
              <a:t>06/08/2026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C46181-1E24-4BB0-87D9-B6D580503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7A3F34-45D0-44D0-BD99-79942E7D7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27B8-9942-4667-9758-04969B8DE7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9252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30CA3B-D73F-47CB-A9B1-283F0F70A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FB3ED4F-11DC-4F08-9BB0-52B1D5495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20E9FE-9E38-4C70-9D7A-E26A7292C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10A57-2E83-4AE0-8E18-CAA32056E853}" type="datetimeFigureOut">
              <a:rPr lang="es-ES" smtClean="0"/>
              <a:t>06/08/2026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B383CC-A339-44C1-A31E-559DC360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7F70AF-5849-4E8D-9F17-CC2E72A6E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27B8-9942-4667-9758-04969B8DE7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5611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346D4A-87A5-44F0-A936-BF00CAE25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10292E-4F42-4A5E-8ACF-90335FEA0F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75CDD88-2E3A-43FF-9C56-3A1E8CAA15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0659F0-071F-43C5-A4F5-64473E38D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10A57-2E83-4AE0-8E18-CAA32056E853}" type="datetimeFigureOut">
              <a:rPr lang="es-ES" smtClean="0"/>
              <a:t>06/08/2026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88CC111-AC8F-453F-9513-7E062C565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067F07-F707-405B-BF96-C285AEE3C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27B8-9942-4667-9758-04969B8DE7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7978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D8F276-A634-48F8-BB53-D7F0395DE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B586E1-0C49-445B-921F-9D6BF06C0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BB08ED-6994-4852-96C3-3DC2AAD4A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189D2E4-C490-4183-8C68-750E929037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7A249D6-0989-4EC8-9579-3938AE539E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893BC7B-E23D-4948-9354-1916C980D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10A57-2E83-4AE0-8E18-CAA32056E853}" type="datetimeFigureOut">
              <a:rPr lang="es-ES" smtClean="0"/>
              <a:t>06/08/2026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81956E1-9418-4D3B-B9DF-77EE749A4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F2C696B-A207-4208-96F8-0A8163BB2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27B8-9942-4667-9758-04969B8DE7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0610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065570-EC20-47F8-A6DE-FE2889EDA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3F078FE-A333-4C04-BEA9-92FB8001C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10A57-2E83-4AE0-8E18-CAA32056E853}" type="datetimeFigureOut">
              <a:rPr lang="es-ES" smtClean="0"/>
              <a:t>06/08/2026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D54887F-5622-4C09-B59F-5B72AACE8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0271D87-7A84-4475-B262-CBF0A6051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27B8-9942-4667-9758-04969B8DE7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7641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B29CFED-597D-4662-B435-BE547FF1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10A57-2E83-4AE0-8E18-CAA32056E853}" type="datetimeFigureOut">
              <a:rPr lang="es-ES" smtClean="0"/>
              <a:t>06/08/2026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94FDECC-AE40-4557-BC62-B77E98DA7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A2E6E16-0E29-40A9-A886-7ECBBB023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27B8-9942-4667-9758-04969B8DE7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8433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AC2C6A-87DB-4ACF-872E-3B001EAB9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16BBA2-57D2-41F4-8B2E-76303DD33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5D33C06-3A1B-468E-848C-8D9F6AA49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FC0E7C-AB5B-4B9C-81B8-056312E29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10A57-2E83-4AE0-8E18-CAA32056E853}" type="datetimeFigureOut">
              <a:rPr lang="es-ES" smtClean="0"/>
              <a:t>06/08/2026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06C6399-6445-4685-B282-4B01298F3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7F7ACD-DA90-42A2-9453-05BAA6E37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27B8-9942-4667-9758-04969B8DE7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1365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C12AA6-6373-4ED3-B460-82F3AF94F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C0568A4-67A7-46E3-B178-1445D1C517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D333030-351C-40CF-83F0-27BD36C803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45D2D2-C023-4AB4-8DE3-CD48F24B0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10A57-2E83-4AE0-8E18-CAA32056E853}" type="datetimeFigureOut">
              <a:rPr lang="es-ES" smtClean="0"/>
              <a:t>06/08/2026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230651C-AB84-4E53-9435-2309CD8BA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DE0334-4763-452D-AC71-CDA33A88A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27B8-9942-4667-9758-04969B8DE7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1322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B11AA5-D87F-48FF-87CC-B60BAFBDE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8C16F07-02A5-49EC-9CDC-46A5AFD35E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76F332-CA77-47D0-AC64-1E252EC3E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10A57-2E83-4AE0-8E18-CAA32056E853}" type="datetimeFigureOut">
              <a:rPr lang="es-ES" smtClean="0"/>
              <a:t>06/08/2026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7105D9-4949-4D85-BC70-DB7D5ADBF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01E160-F8C5-42C0-816F-9C4F0C54A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27B8-9942-4667-9758-04969B8DE7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9520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616E4D1-E0CF-4FD3-82D5-487C1D23FF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7443013-5CE8-4889-AF80-D3573688B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5DA972-C257-4EF1-90C7-6E879EFB4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10A57-2E83-4AE0-8E18-CAA32056E853}" type="datetimeFigureOut">
              <a:rPr lang="es-ES" smtClean="0"/>
              <a:t>06/08/2026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8402B9-F66C-4E04-A8B6-1666C54DF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3B8A3E-F1EC-4EA9-A236-7D74FA796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A27B8-9942-4667-9758-04969B8DE7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7474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DA6A1F-EE31-46F7-81C2-DE721E185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9671B8-F518-4057-8255-892ACE6D5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D1FDFE-0B78-4E58-90F0-1B020A6933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A10A57-2E83-4AE0-8E18-CAA32056E853}" type="datetimeFigureOut">
              <a:rPr lang="es-ES" smtClean="0"/>
              <a:t>06/08/2026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C05901-11F8-4346-921C-05F2C301E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42E981-4048-479D-9618-4934826699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A27B8-9942-4667-9758-04969B8DE7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0104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3074F-B118-4B4D-8773-3A5B7EDF5D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C16C38-9B18-443D-A902-506A4B0250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C1828DB-414C-49AF-B410-0FE5D76889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243"/>
          <a:stretch/>
        </p:blipFill>
        <p:spPr>
          <a:xfrm>
            <a:off x="0" y="-28280"/>
            <a:ext cx="12192000" cy="6598763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2CC5429E-56DF-47A0-BC5A-16000A33C74A}"/>
              </a:ext>
            </a:extLst>
          </p:cNvPr>
          <p:cNvSpPr/>
          <p:nvPr/>
        </p:nvSpPr>
        <p:spPr>
          <a:xfrm>
            <a:off x="2254469" y="835572"/>
            <a:ext cx="2628616" cy="47296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9DD2C4DD-2BD9-4D01-BD5E-E29757A031AF}"/>
              </a:ext>
            </a:extLst>
          </p:cNvPr>
          <p:cNvSpPr/>
          <p:nvPr/>
        </p:nvSpPr>
        <p:spPr>
          <a:xfrm>
            <a:off x="10716591" y="5921161"/>
            <a:ext cx="208526" cy="166003"/>
          </a:xfrm>
          <a:prstGeom prst="roundRect">
            <a:avLst>
              <a:gd name="adj" fmla="val 4722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B24024D-C202-4801-8497-83A7E109A7C3}"/>
              </a:ext>
            </a:extLst>
          </p:cNvPr>
          <p:cNvSpPr/>
          <p:nvPr/>
        </p:nvSpPr>
        <p:spPr>
          <a:xfrm>
            <a:off x="4530645" y="1792040"/>
            <a:ext cx="202179" cy="16542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7268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23C87A-D572-4941-BF84-6E74EEFF2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1882"/>
          </a:xfrm>
        </p:spPr>
        <p:txBody>
          <a:bodyPr/>
          <a:lstStyle/>
          <a:p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 cuestionario del estudio de demanda y posicionamiento de servicios consultoría está estructurado en cuatro secciones principales</a:t>
            </a:r>
            <a:endParaRPr lang="es-ES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AD2CDD1A-30FB-4F08-8C3C-6BCE7C1C4C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3878906"/>
              </p:ext>
            </p:extLst>
          </p:nvPr>
        </p:nvGraphicFramePr>
        <p:xfrm>
          <a:off x="207578" y="1135116"/>
          <a:ext cx="11146222" cy="5722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9882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5190C4-E697-4EE9-B277-8A6407C418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Encuesta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AB48D8-647B-402F-A16F-5F7B822230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Realizado por: Econ. Michelle Luzuriaga</a:t>
            </a:r>
          </a:p>
          <a:p>
            <a:r>
              <a:rPr lang="es-ES" dirty="0"/>
              <a:t>Revisado por: Econ. Fernando Pauta</a:t>
            </a:r>
          </a:p>
          <a:p>
            <a:r>
              <a:rPr lang="es-ES" b="1" i="1" dirty="0"/>
              <a:t>Dirección Estratégica de Proyectos</a:t>
            </a:r>
          </a:p>
        </p:txBody>
      </p:sp>
    </p:spTree>
    <p:extLst>
      <p:ext uri="{BB962C8B-B14F-4D97-AF65-F5344CB8AC3E}">
        <p14:creationId xmlns:p14="http://schemas.microsoft.com/office/powerpoint/2010/main" val="12998699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234</Words>
  <Application>Microsoft Office PowerPoint</Application>
  <PresentationFormat>Panorámica</PresentationFormat>
  <Paragraphs>17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Courier New</vt:lpstr>
      <vt:lpstr>Times New Roman</vt:lpstr>
      <vt:lpstr>Tema de Office</vt:lpstr>
      <vt:lpstr>Presentación de PowerPoint</vt:lpstr>
      <vt:lpstr>El cuestionario del estudio de demanda y posicionamiento de servicios consultoría está estructurado en cuatro secciones principales</vt:lpstr>
      <vt:lpstr>Encuesta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Michelle Luzuriaga</dc:creator>
  <cp:lastModifiedBy>Michelle Luzuriaga</cp:lastModifiedBy>
  <cp:revision>5</cp:revision>
  <dcterms:created xsi:type="dcterms:W3CDTF">2026-07-23T14:24:08Z</dcterms:created>
  <dcterms:modified xsi:type="dcterms:W3CDTF">2026-08-06T16:48:16Z</dcterms:modified>
</cp:coreProperties>
</file>